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🐍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 Database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20040" y="17373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25146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8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+ SQLite CRUD Application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3154680"/>
            <a:ext cx="457200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2918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Joydeep Sharma  –  120001244066
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Jyotirmoy Ghosh  –  120001244067
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Kamna Kumari  –  120001244068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  •  BCREC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691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97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124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15544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snake species data using a database — add, view, search, update, and delete records easily.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64008" cy="1691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097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1124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19472" y="15544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snake name, scientific name, venom type, habitat, diet, region, and conservation status.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64008" cy="1691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71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29992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" y="3429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for logic and SQLite as the local database. No internet or server needed!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34640"/>
            <a:ext cx="64008" cy="1691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971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29992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19472" y="3429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Python files work together: main.py, database.py, snake_operation.py, snake_data.py.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System Architecture — 4 Files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0116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78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▶️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1691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164592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488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5603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program. Shows menu (1–6). Calls the right function based on user choice. The 'brain' of the app.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2743200"/>
            <a:ext cx="411480" cy="0"/>
          </a:xfrm>
          <a:prstGeom prst="line">
            <a:avLst/>
          </a:prstGeom>
          <a:noFill/>
          <a:ln w="19050">
            <a:solidFill>
              <a:srgbClr val="5A7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57860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A5E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23160" y="10058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1005840"/>
            <a:ext cx="2011680" cy="685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078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23160" y="1691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06040" y="2148840"/>
            <a:ext cx="1645920" cy="2926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1488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25603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SQLite database file (snakes.db). Defines the snakes table with all columns.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2743200"/>
            <a:ext cx="411480" cy="0"/>
          </a:xfrm>
          <a:prstGeom prst="line">
            <a:avLst/>
          </a:prstGeom>
          <a:noFill/>
          <a:ln w="19050">
            <a:solidFill>
              <a:srgbClr val="5A7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7860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A5E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05840"/>
            <a:ext cx="2011680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078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63440" y="1691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snake_operation.py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148840"/>
            <a:ext cx="1645920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1488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25603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all 5 functions: add_snake, view_snakes, search_snake, update_snake, delete_snake.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2743200"/>
            <a:ext cx="411480" cy="0"/>
          </a:xfrm>
          <a:prstGeom prst="line">
            <a:avLst/>
          </a:prstGeom>
          <a:noFill/>
          <a:ln w="19050">
            <a:solidFill>
              <a:srgbClr val="5A7A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257860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A5E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03720" y="10058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03720" y="1005840"/>
            <a:ext cx="2011680" cy="6858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1078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03720" y="1691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snake_data.py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086600" y="2148840"/>
            <a:ext cx="1645920" cy="2926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21488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95160" y="25603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25 real snake species with details. Used to pre-populate the database for testing.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Design — snakes.db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5212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7B3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INTEGER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 unique ID for each snake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7B3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name of the snake (e.g. King Cobra)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scientific_name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7B3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Latin/scientific name (e.g. Ophiophagus hannah)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venomous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7B3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venomous? Yes or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average_length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7B3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body length in 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habitat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7B3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lives (Forest, Desert, Swamp…)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7B3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region (India, Africa, USA…)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7B3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eats (Rodents, Birds, Snakes…)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conservation_status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7B3F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IUCN status (Least Concern, Vulnerable…)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7D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CRUD Operations — 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0241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Snake: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98755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name, scientific name, venom, length, habitat, region, diet, status. Python saves it using INSERT SQL command.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8503920" cy="0"/>
          </a:xfrm>
          <a:prstGeom prst="line">
            <a:avLst/>
          </a:prstGeom>
          <a:noFill/>
          <a:ln w="10160">
            <a:solidFill>
              <a:srgbClr val="B7D9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2880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8470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181051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runs SELECT * FROM snakes and prints all saved snakes one by one with all their details.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487168"/>
            <a:ext cx="8503920" cy="0"/>
          </a:xfrm>
          <a:prstGeom prst="line">
            <a:avLst/>
          </a:prstGeom>
          <a:noFill/>
          <a:ln w="10160">
            <a:solidFill>
              <a:srgbClr val="B7D9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651760"/>
            <a:ext cx="502920" cy="5029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6700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26334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name. Python uses LIKE query to find matching snakes — even partial names work!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310128"/>
            <a:ext cx="8503920" cy="0"/>
          </a:xfrm>
          <a:prstGeom prst="line">
            <a:avLst/>
          </a:prstGeom>
          <a:noFill/>
          <a:ln w="10160">
            <a:solidFill>
              <a:srgbClr val="B7D9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474720"/>
            <a:ext cx="502920" cy="5029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4930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68880" y="345643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ID. Old values are shown. User types new values (Enter to keep old). Python runs UPDATE SQL.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0040" y="4133088"/>
            <a:ext cx="8503920" cy="0"/>
          </a:xfrm>
          <a:prstGeom prst="line">
            <a:avLst/>
          </a:prstGeom>
          <a:noFill/>
          <a:ln w="10160">
            <a:solidFill>
              <a:srgbClr val="B7D9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297680"/>
            <a:ext cx="502920" cy="50292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43159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468880" y="42793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the snake ID. Python runs DELETE FROM snakes WHERE id = ? to permanently remove it.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How to Run the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0698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Install Python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02336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188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F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--version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48132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Python 3 is installed. SQLite is already built-in — no extra install needed!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606040"/>
            <a:ext cx="457200" cy="4572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23957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Load Sample Data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0" y="2514600"/>
            <a:ext cx="402336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514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F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snake_data.py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80720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once to insert 25 snake species into the database automatically.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611880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931920"/>
            <a:ext cx="457200" cy="4572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37216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Start the App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0" y="3840480"/>
            <a:ext cx="402336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8404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F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main.py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13308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appears. Choose 1–6 to Add, View, Search, Update, Delete, or Exit.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Sample Snake Data (25 Species)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834640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Venomous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Cobra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Ophiophagus hannah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India / SE Asia    📏 4.0m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926080"/>
            <a:ext cx="283464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Non-Venomous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337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Anaconda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703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Eunectes murinus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343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South America    📏 5.0m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9144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914400"/>
            <a:ext cx="2834640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914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Venomous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Inland Taipan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1691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Oxyuranus microlepidotus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Australia    📏 1.8m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29260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2926080"/>
            <a:ext cx="283464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Non-Venomous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337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Python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83280" y="3703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regius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4343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West Africa    📏 1.5m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9144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914400"/>
            <a:ext cx="2834640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914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Venomous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Mamba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1691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Dendroaspis polylepis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Sub-Saharan Africa    📏 3.0m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29260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9360" y="2926080"/>
            <a:ext cx="2834640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Venomous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337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Cobra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0" y="3703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Naja naja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4343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India    📏 1.5m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19 more species in the database!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Concepts Learned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9728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6459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file-based database stored as snakes.db — no server required.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47288" y="109728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6908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sqlite3 Module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16459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Python library used to connect, create tables, and run SQL commands.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96012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0528" y="109728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3232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0528" y="16459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Delete — the 4 basic database operations every app needs.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97180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" y="35204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split into separate files — each file handles one clear responsibility.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283464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47288" y="297180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06908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47288" y="35204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checks for invalid input (e.g., non-numeric length) and asks the user to retry.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283464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D9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0528" y="297180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3232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10528" y="35204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SELECT, INSERT, UPDATE, DELETE, and LIKE for partial text search.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🐍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20040" y="14173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 Database Management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28803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8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Python  +  SQLite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0" y="3401568"/>
            <a:ext cx="457200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5478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 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41148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Joydeep Sharma  |  Jyotirmoy Ghosh  |  Kamna Kumari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  •  BCREC  •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Snake Database Management System</dc:title>
  <dc:subject>PptxGenJS Presentation</dc:subject>
  <dc:creator>PptxGenJS</dc:creator>
  <cp:lastModifiedBy>PptxGenJS</cp:lastModifiedBy>
  <cp:revision>1</cp:revision>
  <dcterms:created xsi:type="dcterms:W3CDTF">2026-02-21T20:40:33Z</dcterms:created>
  <dcterms:modified xsi:type="dcterms:W3CDTF">2026-02-21T20:40:33Z</dcterms:modified>
</cp:coreProperties>
</file>